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14" autoAdjust="0"/>
  </p:normalViewPr>
  <p:slideViewPr>
    <p:cSldViewPr snapToGrid="0">
      <p:cViewPr varScale="1">
        <p:scale>
          <a:sx n="75" d="100"/>
          <a:sy n="75" d="100"/>
        </p:scale>
        <p:origin x="662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5E395-48CB-4B85-9A64-8E53C47AE57D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A8C3E-978F-4618-9817-7297E2E881D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234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Уважаема г-жо директор, уважаема комисия. Аз съм Самира Якъп . Темата на моя дипломен проект е: </a:t>
            </a:r>
            <a:r>
              <a:rPr lang="bg-BG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Home: RGB амбиентно осветление с безжичен контрол. Целта ми беше да създам модерна система за интелигентно</a:t>
            </a:r>
            <a:r>
              <a:rPr lang="bg-BG" sz="12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управление на осветлението, която позволява лесен и удобен контрол чрез безжична връзка.</a:t>
            </a:r>
            <a:endParaRPr lang="ru-RU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596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моя дипломен проект разработих система за интелигентно RGB осветление, която може да се управлява чрез уеб страница. Проектът е част от концепцията „Умен дом“ и показва как чрез съвременни технологии можем да контролираме физически устройства по безжичен път. Основната идея е потребителят лесно и удобно да променя цвета и режима на светене на LED осветление в реално време.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48982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Основната цел на проекта беше да създам напълно функционираща система, която приема команда от потребителя, изпраща я безжично към микроконтролер и управлява осветлението.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1146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Хардуерната част на системата включва Arduino Nano, адресируема LED лента WS2812B и Bluetooth Low Energy модул. Arduino служи като управляващ модул, който получава командите и контролира светодиодите. LED лентата позволява управление на всеки диод поотделно, което дава възможност за различни светлинни ефекти. За стабилна работа се използва външно 5-волтово захранване.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5059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Светлината се управлява чрез RGB модел, при който всеки цвят се получава чрез комбинация от червено, зелено и синьо. В проекта реализирах няколко режима на работа – плътен цвят, бягаща светлина и ефект „Knight Rider“. Адресируемата технология позволява създаване на динамични анимации и плавна промяна на цветовете.</a:t>
            </a:r>
            <a:endParaRPr lang="bg-B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28606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Комуникацията между сървъра и микроконтролера се осъществява чрез Bluetooth Low Energy. Този стандарт е подходящ за IoT устройства, защото използва малко енергия и осигурява стабилна връзка. Чрез него командите от компютъра се предават безжично към Arduino, който ги изпълнява веднага.</a:t>
            </a:r>
            <a:endParaRPr lang="bg-B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26237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Сървърната част е разработена с Python и Django. Тя приема заявки от уеб интерфейса, обработва избраните стойности за цвят и режим и ги изпраща чрез Bluetooth към микроконтролера. Сървърът играе ролята на посредник между потребителя и хардуера и осигурява правилната обработка на данните.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6173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Потребителският интерфейс е реализиран с Vue.js като модерно уеб приложение. Чрез него потребителят може да избира цвят, режим и скорост на светене. Всички промени се изпращат към сървъра без презареждане на страницата, което прави управлението бързо и удобно.</a:t>
            </a:r>
            <a:endParaRPr lang="bg-B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9603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крайния вариант системата работи стабилно и позволява управление на осветлението в реално време. Процесът започва от потребителя, преминава през уеб сървъра, изпраща се чрез Bluetooth към Arduino и завършва с промяна на светлината. 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 err="1" smtClean="0"/>
              <a:t>представлява</a:t>
            </a:r>
            <a:r>
              <a:rPr lang="ru-RU" dirty="0" smtClean="0"/>
              <a:t> </a:t>
            </a:r>
            <a:r>
              <a:rPr lang="ru-RU" dirty="0" err="1" smtClean="0"/>
              <a:t>напълно</a:t>
            </a:r>
            <a:r>
              <a:rPr lang="ru-RU" dirty="0" smtClean="0"/>
              <a:t> </a:t>
            </a:r>
            <a:r>
              <a:rPr lang="ru-RU" dirty="0" err="1" smtClean="0"/>
              <a:t>завършена</a:t>
            </a:r>
            <a:r>
              <a:rPr lang="ru-RU" dirty="0" smtClean="0"/>
              <a:t> система с </a:t>
            </a:r>
            <a:r>
              <a:rPr lang="ru-RU" dirty="0" err="1" smtClean="0"/>
              <a:t>реализирана</a:t>
            </a:r>
            <a:r>
              <a:rPr lang="ru-RU" dirty="0" smtClean="0"/>
              <a:t> интеграция между </a:t>
            </a:r>
            <a:r>
              <a:rPr lang="ru-RU" dirty="0" err="1" smtClean="0"/>
              <a:t>хардуер</a:t>
            </a:r>
            <a:r>
              <a:rPr lang="ru-RU" dirty="0" smtClean="0"/>
              <a:t> и </a:t>
            </a:r>
            <a:r>
              <a:rPr lang="ru-RU" dirty="0" err="1" smtClean="0"/>
              <a:t>софтуер</a:t>
            </a:r>
            <a:r>
              <a:rPr lang="ru-RU" dirty="0" smtClean="0"/>
              <a:t>, </a:t>
            </a:r>
            <a:r>
              <a:rPr lang="ru-RU" dirty="0" err="1" smtClean="0"/>
              <a:t>включваща</a:t>
            </a:r>
            <a:r>
              <a:rPr lang="ru-RU" dirty="0" smtClean="0"/>
              <a:t> </a:t>
            </a:r>
            <a:r>
              <a:rPr lang="ru-RU" dirty="0" err="1" smtClean="0"/>
              <a:t>безжично</a:t>
            </a:r>
            <a:r>
              <a:rPr lang="ru-RU" dirty="0" smtClean="0"/>
              <a:t> управление и </a:t>
            </a:r>
            <a:r>
              <a:rPr lang="ru-RU" dirty="0" err="1" smtClean="0"/>
              <a:t>възможност</a:t>
            </a:r>
            <a:r>
              <a:rPr lang="ru-RU" dirty="0" smtClean="0"/>
              <a:t> за </a:t>
            </a:r>
            <a:r>
              <a:rPr lang="ru-RU" dirty="0" err="1" smtClean="0"/>
              <a:t>надграждане</a:t>
            </a:r>
            <a:r>
              <a:rPr lang="ru-RU" dirty="0" smtClean="0"/>
              <a:t>.</a:t>
            </a:r>
            <a:endParaRPr lang="bg-BG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6487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Благодаря Ви за вниманието! Ако имате въпроси съм готова </a:t>
            </a:r>
            <a:r>
              <a:rPr lang="bg-BG" dirty="0" smtClean="0"/>
              <a:t>да ви </a:t>
            </a:r>
            <a:r>
              <a:rPr lang="bg-BG" dirty="0" smtClean="0"/>
              <a:t>отговоря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A8C3E-978F-4618-9817-7297E2E881DB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484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0160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499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4018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0450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876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593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5605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7227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2143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398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313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74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0411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1751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114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45627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222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C33EFC-A02E-4C23-B48E-3383D972A1B8}" type="datetimeFigureOut">
              <a:rPr lang="bg-BG" smtClean="0"/>
              <a:t>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25BDB9-D395-4A40-A499-12D2DD1365D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3594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3055" y="1662161"/>
            <a:ext cx="6458867" cy="303841"/>
          </a:xfrm>
        </p:spPr>
        <p:txBody>
          <a:bodyPr>
            <a:noAutofit/>
          </a:bodyPr>
          <a:lstStyle/>
          <a:p>
            <a:pPr algn="just"/>
            <a:r>
              <a:rPr lang="bg-BG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Smart </a:t>
            </a:r>
            <a:r>
              <a:rPr lang="bg-BG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Home: RGB амбиентно осветление с безжичен контрол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3205" y="496223"/>
            <a:ext cx="78385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bg-BG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endParaRPr lang="bg-BG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bg-BG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bg-BG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30" y="415076"/>
            <a:ext cx="3810868" cy="12702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42" y="2023944"/>
            <a:ext cx="7376491" cy="4917661"/>
          </a:xfrm>
          <a:prstGeom prst="rect">
            <a:avLst/>
          </a:prstGeom>
        </p:spPr>
      </p:pic>
      <p:sp>
        <p:nvSpPr>
          <p:cNvPr id="4" name="Текстово поле 3"/>
          <p:cNvSpPr txBox="1"/>
          <p:nvPr/>
        </p:nvSpPr>
        <p:spPr>
          <a:xfrm>
            <a:off x="9422844" y="6277544"/>
            <a:ext cx="2481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Дипломант: </a:t>
            </a:r>
            <a:r>
              <a:rPr lang="bg-BG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Самира</a:t>
            </a:r>
            <a:r>
              <a:rPr lang="bg-BG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Якъп</a:t>
            </a:r>
            <a:endParaRPr lang="bg-BG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84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429" y="331890"/>
            <a:ext cx="2689747" cy="554651"/>
          </a:xfrm>
        </p:spPr>
        <p:txBody>
          <a:bodyPr>
            <a:noAutofit/>
          </a:bodyPr>
          <a:lstStyle/>
          <a:p>
            <a:r>
              <a:rPr lang="bg-BG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Въведение</a:t>
            </a:r>
            <a:endParaRPr lang="bg-BG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487295" y="-2081049"/>
            <a:ext cx="3004835" cy="6794397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7924"/>
            <a:ext cx="6797629" cy="3005588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79" y="1413894"/>
            <a:ext cx="9033648" cy="45168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5154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2990" y="429029"/>
            <a:ext cx="3661351" cy="671945"/>
          </a:xfrm>
        </p:spPr>
        <p:txBody>
          <a:bodyPr>
            <a:normAutofit fontScale="90000"/>
          </a:bodyPr>
          <a:lstStyle/>
          <a:p>
            <a:r>
              <a:rPr lang="bg-BG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 на проекта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авоъгълник 5"/>
          <p:cNvSpPr/>
          <p:nvPr/>
        </p:nvSpPr>
        <p:spPr>
          <a:xfrm>
            <a:off x="2173790" y="1588720"/>
            <a:ext cx="2621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/>
              <a:t>📱 Потребител</a:t>
            </a:r>
          </a:p>
          <a:p>
            <a:r>
              <a:rPr lang="bg-BG" sz="2000" dirty="0"/>
              <a:t>      ↓</a:t>
            </a:r>
          </a:p>
          <a:p>
            <a:r>
              <a:rPr lang="bg-BG" sz="2000" dirty="0"/>
              <a:t>💻 Уеб интерфейс</a:t>
            </a:r>
          </a:p>
          <a:p>
            <a:r>
              <a:rPr lang="bg-BG" sz="2000" dirty="0"/>
              <a:t>      ↓</a:t>
            </a:r>
          </a:p>
          <a:p>
            <a:r>
              <a:rPr lang="bg-BG" sz="2000" dirty="0"/>
              <a:t>🔵 </a:t>
            </a:r>
            <a:r>
              <a:rPr lang="en-US" sz="2000" dirty="0"/>
              <a:t>Bluetooth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⚙️ Arduino</a:t>
            </a:r>
          </a:p>
          <a:p>
            <a:r>
              <a:rPr lang="en-US" sz="2000" dirty="0"/>
              <a:t>      ↓</a:t>
            </a:r>
          </a:p>
          <a:p>
            <a:r>
              <a:rPr lang="bg-BG" sz="2000" dirty="0"/>
              <a:t>💡 </a:t>
            </a:r>
            <a:r>
              <a:rPr lang="en-US" sz="2000" dirty="0"/>
              <a:t>LED </a:t>
            </a:r>
            <a:r>
              <a:rPr lang="bg-BG" sz="2000" dirty="0"/>
              <a:t>осветление</a:t>
            </a: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2555895"/>
            <a:ext cx="6210300" cy="35058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3624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889" y="607979"/>
            <a:ext cx="4235553" cy="744166"/>
          </a:xfrm>
        </p:spPr>
        <p:txBody>
          <a:bodyPr/>
          <a:lstStyle/>
          <a:p>
            <a:endParaRPr lang="bg-BG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7683" y="315591"/>
            <a:ext cx="3085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Хардуерна част</a:t>
            </a:r>
            <a:endParaRPr lang="bg-B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018" y="337932"/>
            <a:ext cx="5907294" cy="705678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на осветлението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977" y="1331431"/>
            <a:ext cx="5196463" cy="3464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Текстово поле 2"/>
          <p:cNvSpPr txBox="1"/>
          <p:nvPr/>
        </p:nvSpPr>
        <p:spPr>
          <a:xfrm>
            <a:off x="7132320" y="3708400"/>
            <a:ext cx="486460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Всеки цвят се създава чрез комбинация от: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Червено (R)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Зелено (G)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Синьо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  <a:p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Реализирани са няколко режима: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Плътен цвят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Бягаща светлина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Knight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Rider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ефект </a:t>
            </a: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440851" y="1331431"/>
            <a:ext cx="5751149" cy="254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836" y="496956"/>
            <a:ext cx="5847659" cy="815009"/>
          </a:xfrm>
        </p:spPr>
        <p:txBody>
          <a:bodyPr/>
          <a:lstStyle/>
          <a:p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Безжична комуникация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170" y="3114035"/>
            <a:ext cx="5261349" cy="2937587"/>
          </a:xfrm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601" y="133885"/>
            <a:ext cx="4448944" cy="4448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Текстово поле 4"/>
          <p:cNvSpPr txBox="1"/>
          <p:nvPr/>
        </p:nvSpPr>
        <p:spPr>
          <a:xfrm>
            <a:off x="7967706" y="3465797"/>
            <a:ext cx="3840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Безжична комуникация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Low Energy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Ниска консумация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Бърза връзка </a:t>
            </a:r>
          </a:p>
        </p:txBody>
      </p:sp>
    </p:spTree>
    <p:extLst>
      <p:ext uri="{BB962C8B-B14F-4D97-AF65-F5344CB8AC3E}">
        <p14:creationId xmlns:p14="http://schemas.microsoft.com/office/powerpoint/2010/main" val="288754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0481" y="530158"/>
            <a:ext cx="4206370" cy="812260"/>
          </a:xfrm>
        </p:spPr>
        <p:txBody>
          <a:bodyPr/>
          <a:lstStyle/>
          <a:p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Сървърна част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2721" y="2717257"/>
            <a:ext cx="3235119" cy="230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Сървър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Django)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Приема команди 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Обработва данни 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Изпраща към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06" y="2717257"/>
            <a:ext cx="5623398" cy="37489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24" y="1457495"/>
            <a:ext cx="3015196" cy="25195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348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4475" y="821850"/>
            <a:ext cx="6609102" cy="462064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Потребителски интерфейс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325360" y="4924454"/>
            <a:ext cx="3482970" cy="1687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Потребителски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Избор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цвят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Избор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режим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Картина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492" y="-1188448"/>
            <a:ext cx="4406788" cy="8046448"/>
          </a:xfrm>
          <a:prstGeom prst="rect">
            <a:avLst/>
          </a:prstGeom>
        </p:spPr>
      </p:pic>
      <p:pic>
        <p:nvPicPr>
          <p:cNvPr id="11" name="Картина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032" y="1542783"/>
            <a:ext cx="5373372" cy="36794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8285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43974" y="1887166"/>
            <a:ext cx="802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.</a:t>
            </a:r>
            <a:endParaRPr lang="bg-BG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6" name="TextBox 15"/>
          <p:cNvSpPr txBox="1"/>
          <p:nvPr/>
        </p:nvSpPr>
        <p:spPr>
          <a:xfrm>
            <a:off x="486383" y="398834"/>
            <a:ext cx="3743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Краен резултат</a:t>
            </a:r>
            <a:endParaRPr lang="bg-B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20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560317" y="-3108958"/>
            <a:ext cx="9276083" cy="143967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325" y="2589180"/>
            <a:ext cx="7134395" cy="802532"/>
          </a:xfrm>
        </p:spPr>
        <p:txBody>
          <a:bodyPr>
            <a:normAutofit fontScale="90000"/>
          </a:bodyPr>
          <a:lstStyle/>
          <a:p>
            <a:r>
              <a:rPr lang="bg-BG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Благодаря Ви за вниманието!</a:t>
            </a:r>
            <a:endParaRPr lang="bg-BG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2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459</TotalTime>
  <Words>610</Words>
  <Application>Microsoft Office PowerPoint</Application>
  <PresentationFormat>Широк екран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Corbel</vt:lpstr>
      <vt:lpstr>Times New Roman</vt:lpstr>
      <vt:lpstr>Parallax</vt:lpstr>
      <vt:lpstr>Тема: Smart Home: RGB амбиентно осветление с безжичен контрол</vt:lpstr>
      <vt:lpstr>Въведение</vt:lpstr>
      <vt:lpstr>Цел на проекта</vt:lpstr>
      <vt:lpstr>Презентация на PowerPoint</vt:lpstr>
      <vt:lpstr>Работа на осветлението</vt:lpstr>
      <vt:lpstr>Безжична комуникация</vt:lpstr>
      <vt:lpstr>Сървърна част</vt:lpstr>
      <vt:lpstr>Потребителски интерфейс </vt:lpstr>
      <vt:lpstr>Презентация на PowerPoint</vt:lpstr>
      <vt:lpstr>Благодаря Ви за вниманието!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</dc:title>
  <dc:creator>Admin</dc:creator>
  <cp:lastModifiedBy>User</cp:lastModifiedBy>
  <cp:revision>41</cp:revision>
  <dcterms:created xsi:type="dcterms:W3CDTF">2026-04-27T08:28:27Z</dcterms:created>
  <dcterms:modified xsi:type="dcterms:W3CDTF">2026-05-04T12:16:18Z</dcterms:modified>
</cp:coreProperties>
</file>