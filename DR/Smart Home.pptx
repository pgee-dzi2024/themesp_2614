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01604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4995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40184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0450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88761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35933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56050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72271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21430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03984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3138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07431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20411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17514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91145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56278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62227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DC33EFC-A02E-4C23-B48E-3383D972A1B8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425BDB9-D395-4A40-A499-12D2DD1365D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35944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32624" y="257452"/>
            <a:ext cx="3577703" cy="1020931"/>
          </a:xfrm>
        </p:spPr>
        <p:txBody>
          <a:bodyPr>
            <a:noAutofit/>
          </a:bodyPr>
          <a:lstStyle/>
          <a:p>
            <a:r>
              <a:rPr lang="en-US" sz="6600" dirty="0" smtClean="0">
                <a:latin typeface="Agency FB" panose="020B0503020202020204" pitchFamily="34" charset="0"/>
              </a:rPr>
              <a:t>Smart Home</a:t>
            </a:r>
            <a:endParaRPr lang="bg-BG" sz="6600" dirty="0">
              <a:latin typeface="+mn-l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flipV="1">
            <a:off x="-631646" y="4156968"/>
            <a:ext cx="45719" cy="45719"/>
          </a:xfrm>
        </p:spPr>
        <p:txBody>
          <a:bodyPr>
            <a:normAutofit fontScale="25000" lnSpcReduction="20000"/>
          </a:bodyPr>
          <a:lstStyle/>
          <a:p>
            <a:endParaRPr lang="bg-BG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256" y="1465045"/>
            <a:ext cx="6862441" cy="38625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36963" y="6285391"/>
            <a:ext cx="2585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dirty="0" smtClean="0"/>
              <a:t>Изготвила: Самира Якъп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383844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8516" y="328472"/>
            <a:ext cx="2689747" cy="554651"/>
          </a:xfrm>
        </p:spPr>
        <p:txBody>
          <a:bodyPr>
            <a:noAutofit/>
          </a:bodyPr>
          <a:lstStyle/>
          <a:p>
            <a:r>
              <a:rPr lang="bg-BG" sz="4000" b="1" dirty="0" smtClean="0"/>
              <a:t>Въведение</a:t>
            </a:r>
            <a:endParaRPr lang="bg-BG" sz="4000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2051" y="1417253"/>
            <a:ext cx="8702676" cy="4351338"/>
          </a:xfrm>
        </p:spPr>
      </p:pic>
    </p:spTree>
    <p:extLst>
      <p:ext uri="{BB962C8B-B14F-4D97-AF65-F5344CB8AC3E}">
        <p14:creationId xmlns:p14="http://schemas.microsoft.com/office/powerpoint/2010/main" val="551544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53</TotalTime>
  <Words>7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Agency FB</vt:lpstr>
      <vt:lpstr>Arial</vt:lpstr>
      <vt:lpstr>Corbel</vt:lpstr>
      <vt:lpstr>Times New Roman</vt:lpstr>
      <vt:lpstr>Parallax</vt:lpstr>
      <vt:lpstr>Smart Home</vt:lpstr>
      <vt:lpstr>Въведение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Home</dc:title>
  <dc:creator>Admin</dc:creator>
  <cp:lastModifiedBy>Admin</cp:lastModifiedBy>
  <cp:revision>6</cp:revision>
  <dcterms:created xsi:type="dcterms:W3CDTF">2026-04-27T08:28:27Z</dcterms:created>
  <dcterms:modified xsi:type="dcterms:W3CDTF">2026-04-27T09:21:56Z</dcterms:modified>
</cp:coreProperties>
</file>